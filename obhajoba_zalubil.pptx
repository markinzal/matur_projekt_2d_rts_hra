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5" r:id="rId10"/>
    <p:sldId id="264" r:id="rId11"/>
  </p:sldIdLst>
  <p:sldSz cx="12192000" cy="6858000"/>
  <p:notesSz cx="6858000" cy="9144000"/>
  <p:embeddedFontLst>
    <p:embeddedFont>
      <p:font typeface="Urbanist" panose="020B0604020202020204" charset="-18"/>
      <p:regular r:id="rId13"/>
      <p:bold r:id="rId14"/>
      <p:italic r:id="rId15"/>
      <p:boldItalic r:id="rId16"/>
    </p:embeddedFont>
    <p:embeddedFont>
      <p:font typeface="Urbanist ExtraBold" panose="020B0604020202020204" charset="-18"/>
      <p:bold r:id="rId17"/>
      <p:boldItalic r:id="rId18"/>
    </p:embeddedFont>
    <p:embeddedFont>
      <p:font typeface="Urbanist SemiBold" panose="020B0604020202020204" charset="-18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8232" autoAdjust="0"/>
  </p:normalViewPr>
  <p:slideViewPr>
    <p:cSldViewPr snapToGrid="0">
      <p:cViewPr varScale="1">
        <p:scale>
          <a:sx n="64" d="100"/>
          <a:sy n="64" d="100"/>
        </p:scale>
        <p:origin x="235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Na úvod říct něco o motivaci k tvorbě hry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Vysvětlit pojmy 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Za jakým záměrem tvořit hru?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Odreagovat hráče od stresových situací ve svém volném čase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Zkusit vytvořit hru žánru RTS (kousnul jsem si do moc velkého dortu)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Rozvinout vlastních schopnosti pochopení vlastností, funkcí a asociací větší skupiny tříd</a:t>
            </a: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2afd4255b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Jak jsi postupoval při návrhu hry?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Seznámení se stavěním prostředí vývojového </a:t>
            </a:r>
            <a:r>
              <a:rPr lang="cs-CZ" dirty="0" err="1"/>
              <a:t>enginu</a:t>
            </a:r>
            <a:endParaRPr lang="cs-CZ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Seznámení se systémem uzlů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Lehký prototyp prostředí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Učení specifikací </a:t>
            </a:r>
            <a:r>
              <a:rPr lang="cs-CZ" dirty="0" err="1"/>
              <a:t>GDScriptu</a:t>
            </a:r>
            <a:endParaRPr lang="cs-CZ" dirty="0"/>
          </a:p>
        </p:txBody>
      </p:sp>
      <p:sp>
        <p:nvSpPr>
          <p:cNvPr id="187" name="Google Shape;187;g3e2afd4255b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Dělník může kácet jen jeden strom?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Vylepšení na hromadné označení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Dělník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Základní sběratelská jednotka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Kácení stromů a kutání zlata v dole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Bojovník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-  Hlavní útočná jednotka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Určená pro boj na blízku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Lučištník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Jednotka určená na boj na dálku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Obléhací stroj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Jednotka na dálku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Bonus k útoku proti budovám</a:t>
            </a: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Základna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Hlavní budova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Splňuje </a:t>
            </a:r>
            <a:r>
              <a:rPr lang="cs-CZ" dirty="0" err="1"/>
              <a:t>win</a:t>
            </a:r>
            <a:r>
              <a:rPr lang="cs-CZ" dirty="0"/>
              <a:t> </a:t>
            </a:r>
            <a:r>
              <a:rPr lang="cs-CZ" dirty="0" err="1"/>
              <a:t>condition</a:t>
            </a:r>
            <a:r>
              <a:rPr lang="cs-CZ" dirty="0"/>
              <a:t> -&gt; podmínka, při jejímž splnění se hra ukončí a budete oslavovat své vítězství nebo oplakávat svoji prohru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Určená pro trénování/generování jednotek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Kasárny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Budova určená ke zvyšování limitu armády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Obranná věž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Budova určena na pasivní obranu základny před protivníkovým jednotkám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cs-CZ" dirty="0"/>
              <a:t>Cvičiště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cs-CZ" dirty="0"/>
              <a:t>Budova určena pro vylepšení vlastních jednotek za účelem lehčího dosažení vítězství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cs-CZ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2afd4255b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e2afd4255b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6F25D221-197E-6FFA-7B0D-3DA93794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2afd4255b_0_193:notes">
            <a:extLst>
              <a:ext uri="{FF2B5EF4-FFF2-40B4-BE49-F238E27FC236}">
                <a16:creationId xmlns:a16="http://schemas.microsoft.com/office/drawing/2014/main" id="{7CC444D6-B223-826A-A12F-E9C4495AA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e2afd4255b_0_193:notes">
            <a:extLst>
              <a:ext uri="{FF2B5EF4-FFF2-40B4-BE49-F238E27FC236}">
                <a16:creationId xmlns:a16="http://schemas.microsoft.com/office/drawing/2014/main" id="{D45C4B12-1DCA-E713-1924-DA6F67AAE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3582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1535459"/>
            <a:ext cx="112014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Obtain, build, conquer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583209"/>
            <a:ext cx="10668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</a:t>
            </a:r>
            <a:r>
              <a:rPr lang="cs-CZ" sz="24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</a:t>
            </a:r>
            <a:r>
              <a:rPr lang="cs-CZ" sz="24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</a:t>
            </a:r>
            <a:r>
              <a:rPr lang="en-US" sz="24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stolní</a:t>
            </a:r>
            <a:r>
              <a:rPr lang="en-US" sz="24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počítač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133850"/>
            <a:ext cx="10668000" cy="11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Autor: Marek Zalubil</a:t>
            </a:r>
            <a:endParaRPr sz="195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Vedoucí: Mgr. Igor Osoha</a:t>
            </a:r>
            <a:endParaRPr sz="195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Oponent: Ing. Pavel knotek</a:t>
            </a:r>
            <a:endParaRPr sz="195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000125" y="1204614"/>
            <a:ext cx="1095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Úvod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38225" y="2390525"/>
            <a:ext cx="10392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2D hra žánru RTS</a:t>
            </a:r>
            <a:endParaRPr sz="4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045350" y="3462450"/>
            <a:ext cx="1039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Odreagování ve volném čase </a:t>
            </a:r>
            <a:endParaRPr sz="4800"/>
          </a:p>
        </p:txBody>
      </p:sp>
      <p:sp>
        <p:nvSpPr>
          <p:cNvPr id="97" name="Google Shape;97;p14"/>
          <p:cNvSpPr txBox="1"/>
          <p:nvPr/>
        </p:nvSpPr>
        <p:spPr>
          <a:xfrm>
            <a:off x="1052541" y="4534375"/>
            <a:ext cx="10377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Rozvinutí strategického myšlení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000125" y="1204614"/>
            <a:ext cx="1095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Použité nástroje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BA6442C3-133C-F028-609A-6FC07510AEAC}"/>
              </a:ext>
            </a:extLst>
          </p:cNvPr>
          <p:cNvGrpSpPr/>
          <p:nvPr/>
        </p:nvGrpSpPr>
        <p:grpSpPr>
          <a:xfrm>
            <a:off x="1000124" y="2084298"/>
            <a:ext cx="2972107" cy="1304674"/>
            <a:chOff x="6295103" y="2619428"/>
            <a:chExt cx="2701414" cy="1304674"/>
          </a:xfrm>
        </p:grpSpPr>
        <p:pic>
          <p:nvPicPr>
            <p:cNvPr id="193" name="Google Shape;193;p2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95103" y="2619428"/>
              <a:ext cx="2701414" cy="1304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0"/>
            <p:cNvSpPr txBox="1"/>
            <p:nvPr/>
          </p:nvSpPr>
          <p:spPr>
            <a:xfrm>
              <a:off x="6432023" y="2902433"/>
              <a:ext cx="2427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Godot</a:t>
              </a:r>
              <a:endParaRPr sz="4800" dirty="0"/>
            </a:p>
          </p:txBody>
        </p:sp>
      </p:grpSp>
      <p:grpSp>
        <p:nvGrpSpPr>
          <p:cNvPr id="9" name="Skupina 8">
            <a:extLst>
              <a:ext uri="{FF2B5EF4-FFF2-40B4-BE49-F238E27FC236}">
                <a16:creationId xmlns:a16="http://schemas.microsoft.com/office/drawing/2014/main" id="{76CDAEC7-4864-E418-025E-F5013242F778}"/>
              </a:ext>
            </a:extLst>
          </p:cNvPr>
          <p:cNvGrpSpPr/>
          <p:nvPr/>
        </p:nvGrpSpPr>
        <p:grpSpPr>
          <a:xfrm>
            <a:off x="1000125" y="3622156"/>
            <a:ext cx="2972106" cy="1760333"/>
            <a:chOff x="6295103" y="2619428"/>
            <a:chExt cx="2701414" cy="1760333"/>
          </a:xfrm>
        </p:grpSpPr>
        <p:pic>
          <p:nvPicPr>
            <p:cNvPr id="10" name="Google Shape;193;p20" descr="image.png">
              <a:extLst>
                <a:ext uri="{FF2B5EF4-FFF2-40B4-BE49-F238E27FC236}">
                  <a16:creationId xmlns:a16="http://schemas.microsoft.com/office/drawing/2014/main" id="{ECF1CFD8-58D8-6D54-0A1C-CEBA5C09C62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95103" y="2619428"/>
              <a:ext cx="2701414" cy="1304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94;p20">
              <a:extLst>
                <a:ext uri="{FF2B5EF4-FFF2-40B4-BE49-F238E27FC236}">
                  <a16:creationId xmlns:a16="http://schemas.microsoft.com/office/drawing/2014/main" id="{CA25BD2C-DC7B-E73B-A2D4-94CF872FB253}"/>
                </a:ext>
              </a:extLst>
            </p:cNvPr>
            <p:cNvSpPr txBox="1"/>
            <p:nvPr/>
          </p:nvSpPr>
          <p:spPr>
            <a:xfrm>
              <a:off x="6432023" y="2902433"/>
              <a:ext cx="2427573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4800" b="1" dirty="0" err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GDScript</a:t>
              </a:r>
              <a:endParaRPr sz="4800" dirty="0"/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ECED767E-75F0-17E8-E19F-23407D75B712}"/>
              </a:ext>
            </a:extLst>
          </p:cNvPr>
          <p:cNvGrpSpPr/>
          <p:nvPr/>
        </p:nvGrpSpPr>
        <p:grpSpPr>
          <a:xfrm>
            <a:off x="1000124" y="5160014"/>
            <a:ext cx="2972105" cy="1304674"/>
            <a:chOff x="6295103" y="2619428"/>
            <a:chExt cx="2701414" cy="1304674"/>
          </a:xfrm>
        </p:grpSpPr>
        <p:pic>
          <p:nvPicPr>
            <p:cNvPr id="13" name="Google Shape;193;p20" descr="image.png">
              <a:extLst>
                <a:ext uri="{FF2B5EF4-FFF2-40B4-BE49-F238E27FC236}">
                  <a16:creationId xmlns:a16="http://schemas.microsoft.com/office/drawing/2014/main" id="{028A2B3D-5F0E-5DCD-463F-FA5FB1A48AE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95103" y="2619428"/>
              <a:ext cx="2701414" cy="1304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94;p20">
              <a:extLst>
                <a:ext uri="{FF2B5EF4-FFF2-40B4-BE49-F238E27FC236}">
                  <a16:creationId xmlns:a16="http://schemas.microsoft.com/office/drawing/2014/main" id="{F458919D-093C-EACF-70A3-655638C7862B}"/>
                </a:ext>
              </a:extLst>
            </p:cNvPr>
            <p:cNvSpPr txBox="1"/>
            <p:nvPr/>
          </p:nvSpPr>
          <p:spPr>
            <a:xfrm>
              <a:off x="6432023" y="2902433"/>
              <a:ext cx="2427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4800" b="1" dirty="0" err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Aseprite</a:t>
              </a:r>
              <a:endParaRPr sz="4800" dirty="0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EDDC2A9F-9E76-9F23-295F-704FC16D2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13288"/>
            <a:ext cx="4868395" cy="486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000125" y="1204614"/>
            <a:ext cx="1095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Obsah</a:t>
            </a:r>
            <a:r>
              <a:rPr lang="en-US" sz="4200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cs-CZ" sz="4200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hry</a:t>
            </a:r>
            <a:endParaRPr dirty="0"/>
          </a:p>
        </p:txBody>
      </p:sp>
      <p:sp>
        <p:nvSpPr>
          <p:cNvPr id="104" name="Google Shape;104;p15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1139500" y="2322806"/>
            <a:ext cx="3365450" cy="1268600"/>
            <a:chOff x="762000" y="2821031"/>
            <a:chExt cx="3365450" cy="1268600"/>
          </a:xfrm>
        </p:grpSpPr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2821031"/>
              <a:ext cx="3365450" cy="126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5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Jednotky</a:t>
              </a:r>
              <a:endParaRPr sz="4800"/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5832425" y="4063081"/>
            <a:ext cx="3365450" cy="1268600"/>
            <a:chOff x="762000" y="2821031"/>
            <a:chExt cx="3365450" cy="1268600"/>
          </a:xfrm>
        </p:grpSpPr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2821031"/>
              <a:ext cx="3365450" cy="126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5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UI</a:t>
              </a:r>
              <a:endParaRPr sz="4800"/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5832425" y="2322806"/>
            <a:ext cx="3365450" cy="1268600"/>
            <a:chOff x="762000" y="2821031"/>
            <a:chExt cx="3365450" cy="1268600"/>
          </a:xfrm>
        </p:grpSpPr>
        <p:pic>
          <p:nvPicPr>
            <p:cNvPr id="112" name="Google Shape;112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2821031"/>
              <a:ext cx="3365450" cy="126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5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Budovy</a:t>
              </a:r>
              <a:endParaRPr sz="4800"/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1139500" y="4063081"/>
            <a:ext cx="3365450" cy="1268600"/>
            <a:chOff x="762000" y="2821031"/>
            <a:chExt cx="3365450" cy="1268600"/>
          </a:xfrm>
        </p:grpSpPr>
        <p:pic>
          <p:nvPicPr>
            <p:cNvPr id="115" name="Google Shape;115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2821031"/>
              <a:ext cx="3365450" cy="126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5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Nepřítel</a:t>
              </a:r>
              <a:endParaRPr sz="48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000125" y="1204614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Herní jednotky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761950" y="2312150"/>
            <a:ext cx="2551675" cy="961850"/>
            <a:chOff x="762004" y="2821024"/>
            <a:chExt cx="3365438" cy="1268597"/>
          </a:xfrm>
        </p:grpSpPr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6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Dělník</a:t>
              </a:r>
              <a:endParaRPr sz="3640"/>
            </a:p>
          </p:txBody>
        </p:sp>
      </p:grpSp>
      <p:grpSp>
        <p:nvGrpSpPr>
          <p:cNvPr id="127" name="Google Shape;127;p16"/>
          <p:cNvGrpSpPr/>
          <p:nvPr/>
        </p:nvGrpSpPr>
        <p:grpSpPr>
          <a:xfrm>
            <a:off x="761950" y="3350638"/>
            <a:ext cx="2551675" cy="961850"/>
            <a:chOff x="762004" y="2821024"/>
            <a:chExt cx="3365438" cy="1268597"/>
          </a:xfrm>
        </p:grpSpPr>
        <p:pic>
          <p:nvPicPr>
            <p:cNvPr id="128" name="Google Shape;128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16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Bojovník</a:t>
              </a:r>
              <a:endParaRPr sz="3640"/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761950" y="4389125"/>
            <a:ext cx="2551675" cy="961850"/>
            <a:chOff x="762004" y="2821024"/>
            <a:chExt cx="3365438" cy="1268597"/>
          </a:xfrm>
        </p:grpSpPr>
        <p:pic>
          <p:nvPicPr>
            <p:cNvPr id="131" name="Google Shape;131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16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Lučištník</a:t>
              </a:r>
              <a:endParaRPr sz="3640"/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761950" y="5427600"/>
            <a:ext cx="2551675" cy="961850"/>
            <a:chOff x="762004" y="2821024"/>
            <a:chExt cx="3365438" cy="1268597"/>
          </a:xfrm>
        </p:grpSpPr>
        <p:pic>
          <p:nvPicPr>
            <p:cNvPr id="134" name="Google Shape;134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6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Obléhací</a:t>
              </a:r>
              <a:endParaRPr sz="3640"/>
            </a:p>
          </p:txBody>
        </p:sp>
      </p:grpSp>
      <p:pic>
        <p:nvPicPr>
          <p:cNvPr id="3" name="Obrázek 2">
            <a:extLst>
              <a:ext uri="{FF2B5EF4-FFF2-40B4-BE49-F238E27FC236}">
                <a16:creationId xmlns:a16="http://schemas.microsoft.com/office/drawing/2014/main" id="{958806BD-4F50-9973-0B9B-D64AB2D70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392" y="4091728"/>
            <a:ext cx="1800476" cy="1695687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6F0804E6-B60B-AA2E-737D-68D8A51A6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1903" y="1611820"/>
            <a:ext cx="1933085" cy="169568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4AC138A-A46B-B63A-D774-C3BEB2494C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050" y="1611820"/>
            <a:ext cx="1867161" cy="1762371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D1D9C689-5996-3FE6-6233-6B36594F5C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9877" y="4091728"/>
            <a:ext cx="1514686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000125" y="1204614"/>
            <a:ext cx="1095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Budovy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17"/>
          <p:cNvGrpSpPr/>
          <p:nvPr/>
        </p:nvGrpSpPr>
        <p:grpSpPr>
          <a:xfrm>
            <a:off x="761950" y="2312150"/>
            <a:ext cx="2551675" cy="961850"/>
            <a:chOff x="762004" y="2821024"/>
            <a:chExt cx="3365438" cy="1268597"/>
          </a:xfrm>
        </p:grpSpPr>
        <p:pic>
          <p:nvPicPr>
            <p:cNvPr id="144" name="Google Shape;144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7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Základna</a:t>
              </a:r>
              <a:endParaRPr sz="3640"/>
            </a:p>
          </p:txBody>
        </p:sp>
      </p:grpSp>
      <p:grpSp>
        <p:nvGrpSpPr>
          <p:cNvPr id="146" name="Google Shape;146;p17"/>
          <p:cNvGrpSpPr/>
          <p:nvPr/>
        </p:nvGrpSpPr>
        <p:grpSpPr>
          <a:xfrm>
            <a:off x="761950" y="4410800"/>
            <a:ext cx="2551675" cy="961850"/>
            <a:chOff x="762004" y="2821024"/>
            <a:chExt cx="3365438" cy="1268597"/>
          </a:xfrm>
        </p:grpSpPr>
        <p:pic>
          <p:nvPicPr>
            <p:cNvPr id="147" name="Google Shape;147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7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Věž</a:t>
              </a:r>
              <a:endParaRPr sz="3640"/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761950" y="3361475"/>
            <a:ext cx="2551675" cy="961850"/>
            <a:chOff x="762004" y="2821024"/>
            <a:chExt cx="3365438" cy="1268597"/>
          </a:xfrm>
        </p:grpSpPr>
        <p:pic>
          <p:nvPicPr>
            <p:cNvPr id="150" name="Google Shape;150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7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Kasárny</a:t>
              </a:r>
              <a:endParaRPr sz="3640"/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761950" y="5460125"/>
            <a:ext cx="2551675" cy="961850"/>
            <a:chOff x="762004" y="2821024"/>
            <a:chExt cx="3365438" cy="1268597"/>
          </a:xfrm>
        </p:grpSpPr>
        <p:pic>
          <p:nvPicPr>
            <p:cNvPr id="153" name="Google Shape;153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4" y="2821024"/>
              <a:ext cx="3365438" cy="1268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7"/>
            <p:cNvSpPr txBox="1"/>
            <p:nvPr/>
          </p:nvSpPr>
          <p:spPr>
            <a:xfrm>
              <a:off x="1077913" y="3059558"/>
              <a:ext cx="2733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Cvičiště</a:t>
              </a:r>
              <a:endParaRPr sz="3640"/>
            </a:p>
          </p:txBody>
        </p:sp>
      </p:grpSp>
      <p:pic>
        <p:nvPicPr>
          <p:cNvPr id="3" name="Obrázek 2">
            <a:extLst>
              <a:ext uri="{FF2B5EF4-FFF2-40B4-BE49-F238E27FC236}">
                <a16:creationId xmlns:a16="http://schemas.microsoft.com/office/drawing/2014/main" id="{01357FB7-CE41-BBA5-9313-DEF3E74E9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550" y="844133"/>
            <a:ext cx="2676899" cy="2410161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7D4E0E00-0A70-FCD7-3C99-A312C48D1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187" y="1115632"/>
            <a:ext cx="2038635" cy="186716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FD4D633-2301-B12A-E259-2124975AEC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997" y="3822448"/>
            <a:ext cx="2172003" cy="263879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722DBE8C-7F17-3C67-9EC5-BCC3A73B66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608" y="4071561"/>
            <a:ext cx="1733792" cy="1600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1000125" y="1204614"/>
            <a:ext cx="1095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UI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18"/>
          <p:cNvGrpSpPr/>
          <p:nvPr/>
        </p:nvGrpSpPr>
        <p:grpSpPr>
          <a:xfrm>
            <a:off x="1659375" y="2120325"/>
            <a:ext cx="3936258" cy="1913775"/>
            <a:chOff x="1659375" y="2120325"/>
            <a:chExt cx="3683375" cy="1913775"/>
          </a:xfrm>
        </p:grpSpPr>
        <p:pic>
          <p:nvPicPr>
            <p:cNvPr id="162" name="Google Shape;162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59375" y="2120325"/>
              <a:ext cx="3683375" cy="191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8"/>
            <p:cNvSpPr txBox="1"/>
            <p:nvPr/>
          </p:nvSpPr>
          <p:spPr>
            <a:xfrm>
              <a:off x="2416572" y="2683903"/>
              <a:ext cx="2169000" cy="78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1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Menu</a:t>
              </a:r>
              <a:endParaRPr sz="5110"/>
            </a:p>
          </p:txBody>
        </p:sp>
      </p:grpSp>
      <p:grpSp>
        <p:nvGrpSpPr>
          <p:cNvPr id="164" name="Google Shape;164;p18"/>
          <p:cNvGrpSpPr/>
          <p:nvPr/>
        </p:nvGrpSpPr>
        <p:grpSpPr>
          <a:xfrm>
            <a:off x="6376975" y="4393000"/>
            <a:ext cx="3936258" cy="2136328"/>
            <a:chOff x="6376975" y="4393000"/>
            <a:chExt cx="3683375" cy="2136328"/>
          </a:xfrm>
        </p:grpSpPr>
        <p:pic>
          <p:nvPicPr>
            <p:cNvPr id="165" name="Google Shape;165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76975" y="4393000"/>
              <a:ext cx="3683375" cy="191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 txBox="1"/>
            <p:nvPr/>
          </p:nvSpPr>
          <p:spPr>
            <a:xfrm>
              <a:off x="7134160" y="4956590"/>
              <a:ext cx="2169000" cy="1572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511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Tutoriál</a:t>
              </a:r>
              <a:endParaRPr sz="5110" dirty="0"/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1659375" y="4393000"/>
            <a:ext cx="3936258" cy="1913775"/>
            <a:chOff x="1659375" y="4393000"/>
            <a:chExt cx="3683375" cy="1913775"/>
          </a:xfrm>
        </p:grpSpPr>
        <p:pic>
          <p:nvPicPr>
            <p:cNvPr id="168" name="Google Shape;168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59375" y="4393000"/>
              <a:ext cx="3683375" cy="191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8"/>
            <p:cNvSpPr txBox="1"/>
            <p:nvPr/>
          </p:nvSpPr>
          <p:spPr>
            <a:xfrm>
              <a:off x="1939695" y="4956590"/>
              <a:ext cx="3122734" cy="78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10" b="1" dirty="0" err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Minimapa</a:t>
              </a:r>
              <a:endParaRPr sz="5110" dirty="0"/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6376975" y="2120325"/>
            <a:ext cx="3936258" cy="1913775"/>
            <a:chOff x="6376975" y="2120325"/>
            <a:chExt cx="3683375" cy="1913775"/>
          </a:xfrm>
        </p:grpSpPr>
        <p:pic>
          <p:nvPicPr>
            <p:cNvPr id="171" name="Google Shape;171;p18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76975" y="2120325"/>
              <a:ext cx="3683375" cy="191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 txBox="1"/>
            <p:nvPr/>
          </p:nvSpPr>
          <p:spPr>
            <a:xfrm>
              <a:off x="7134160" y="2683915"/>
              <a:ext cx="2169000" cy="78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1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Pauza</a:t>
              </a:r>
              <a:endParaRPr sz="511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C994BCA1-5D49-BA69-31F0-21F5EFC40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77" y="4283908"/>
            <a:ext cx="1952898" cy="1943371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1BCCA319-B018-AA68-77DA-959350D8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977" y="630721"/>
            <a:ext cx="4976734" cy="279827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DB3FE5B-87FD-544D-2526-D4D24F0CA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980" y="459137"/>
            <a:ext cx="2677797" cy="3480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0AA85522-89F1-F595-05E6-D07111BE5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1304F016-12C7-EE03-38E7-E07C5C88F52F}"/>
              </a:ext>
            </a:extLst>
          </p:cNvPr>
          <p:cNvSpPr txBox="1"/>
          <p:nvPr/>
        </p:nvSpPr>
        <p:spPr>
          <a:xfrm>
            <a:off x="1000125" y="1204614"/>
            <a:ext cx="1095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Nepřítel</a:t>
            </a:r>
            <a:endParaRPr/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18CEA3C7-DB9A-A26C-9518-B47F0FBDB172}"/>
              </a:ext>
            </a:extLst>
          </p:cNvPr>
          <p:cNvSpPr/>
          <p:nvPr/>
        </p:nvSpPr>
        <p:spPr>
          <a:xfrm>
            <a:off x="762000" y="1204614"/>
            <a:ext cx="76200" cy="5334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9">
            <a:extLst>
              <a:ext uri="{FF2B5EF4-FFF2-40B4-BE49-F238E27FC236}">
                <a16:creationId xmlns:a16="http://schemas.microsoft.com/office/drawing/2014/main" id="{DB16FCA9-5292-AC4D-509B-B4C3CC9123E6}"/>
              </a:ext>
            </a:extLst>
          </p:cNvPr>
          <p:cNvGrpSpPr/>
          <p:nvPr/>
        </p:nvGrpSpPr>
        <p:grpSpPr>
          <a:xfrm>
            <a:off x="1408824" y="2237265"/>
            <a:ext cx="5921366" cy="1940019"/>
            <a:chOff x="1659375" y="2120325"/>
            <a:chExt cx="3181575" cy="1653050"/>
          </a:xfrm>
        </p:grpSpPr>
        <p:pic>
          <p:nvPicPr>
            <p:cNvPr id="180" name="Google Shape;180;p19" descr="image.png">
              <a:extLst>
                <a:ext uri="{FF2B5EF4-FFF2-40B4-BE49-F238E27FC236}">
                  <a16:creationId xmlns:a16="http://schemas.microsoft.com/office/drawing/2014/main" id="{506A96DF-DC1E-2141-7449-4F076E71E1F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59375" y="2120325"/>
              <a:ext cx="3181575" cy="1653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9">
              <a:extLst>
                <a:ext uri="{FF2B5EF4-FFF2-40B4-BE49-F238E27FC236}">
                  <a16:creationId xmlns:a16="http://schemas.microsoft.com/office/drawing/2014/main" id="{504D96ED-6D3C-D098-EFF1-0C2A1C33EB23}"/>
                </a:ext>
              </a:extLst>
            </p:cNvPr>
            <p:cNvSpPr txBox="1"/>
            <p:nvPr/>
          </p:nvSpPr>
          <p:spPr>
            <a:xfrm>
              <a:off x="2165660" y="2553553"/>
              <a:ext cx="2169000" cy="78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97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Scény</a:t>
              </a:r>
              <a:endParaRPr sz="5997"/>
            </a:p>
          </p:txBody>
        </p:sp>
      </p:grpSp>
      <p:grpSp>
        <p:nvGrpSpPr>
          <p:cNvPr id="182" name="Google Shape;182;p19">
            <a:extLst>
              <a:ext uri="{FF2B5EF4-FFF2-40B4-BE49-F238E27FC236}">
                <a16:creationId xmlns:a16="http://schemas.microsoft.com/office/drawing/2014/main" id="{FF30888F-144C-212D-C045-55E80D48DB44}"/>
              </a:ext>
            </a:extLst>
          </p:cNvPr>
          <p:cNvGrpSpPr/>
          <p:nvPr/>
        </p:nvGrpSpPr>
        <p:grpSpPr>
          <a:xfrm>
            <a:off x="1408824" y="4563415"/>
            <a:ext cx="5921366" cy="2354199"/>
            <a:chOff x="1659375" y="2120325"/>
            <a:chExt cx="3181575" cy="2005964"/>
          </a:xfrm>
        </p:grpSpPr>
        <p:pic>
          <p:nvPicPr>
            <p:cNvPr id="183" name="Google Shape;183;p19" descr="image.png">
              <a:extLst>
                <a:ext uri="{FF2B5EF4-FFF2-40B4-BE49-F238E27FC236}">
                  <a16:creationId xmlns:a16="http://schemas.microsoft.com/office/drawing/2014/main" id="{033B3C41-2841-8D7A-5E64-0B5F28B2D97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59375" y="2120325"/>
              <a:ext cx="3181575" cy="1653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9">
              <a:extLst>
                <a:ext uri="{FF2B5EF4-FFF2-40B4-BE49-F238E27FC236}">
                  <a16:creationId xmlns:a16="http://schemas.microsoft.com/office/drawing/2014/main" id="{AFF480B1-EB0D-EE39-BFCE-4DB25E041D1A}"/>
                </a:ext>
              </a:extLst>
            </p:cNvPr>
            <p:cNvSpPr txBox="1"/>
            <p:nvPr/>
          </p:nvSpPr>
          <p:spPr>
            <a:xfrm>
              <a:off x="2165660" y="2553553"/>
              <a:ext cx="2169000" cy="1572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5997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Inteligence</a:t>
              </a:r>
              <a:endParaRPr sz="5997" dirty="0"/>
            </a:p>
          </p:txBody>
        </p:sp>
      </p:grpSp>
    </p:spTree>
    <p:extLst>
      <p:ext uri="{BB962C8B-B14F-4D97-AF65-F5344CB8AC3E}">
        <p14:creationId xmlns:p14="http://schemas.microsoft.com/office/powerpoint/2010/main" val="1649468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95300" y="903465"/>
            <a:ext cx="112014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Závěr</a:t>
            </a:r>
            <a:endParaRPr/>
          </a:p>
        </p:txBody>
      </p:sp>
      <p:grpSp>
        <p:nvGrpSpPr>
          <p:cNvPr id="207" name="Google Shape;207;p21"/>
          <p:cNvGrpSpPr/>
          <p:nvPr/>
        </p:nvGrpSpPr>
        <p:grpSpPr>
          <a:xfrm>
            <a:off x="4136158" y="2256361"/>
            <a:ext cx="3919691" cy="951225"/>
            <a:chOff x="2043100" y="2315425"/>
            <a:chExt cx="3565300" cy="951225"/>
          </a:xfrm>
        </p:grpSpPr>
        <p:pic>
          <p:nvPicPr>
            <p:cNvPr id="208" name="Google Shape;208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43100" y="2315425"/>
              <a:ext cx="3565300" cy="95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1"/>
            <p:cNvSpPr txBox="1"/>
            <p:nvPr/>
          </p:nvSpPr>
          <p:spPr>
            <a:xfrm>
              <a:off x="2741247" y="2397740"/>
              <a:ext cx="2169000" cy="78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1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Shrnutí</a:t>
              </a:r>
              <a:endParaRPr sz="5110"/>
            </a:p>
          </p:txBody>
        </p:sp>
      </p:grpSp>
      <p:grpSp>
        <p:nvGrpSpPr>
          <p:cNvPr id="210" name="Google Shape;210;p21"/>
          <p:cNvGrpSpPr/>
          <p:nvPr/>
        </p:nvGrpSpPr>
        <p:grpSpPr>
          <a:xfrm>
            <a:off x="2328213" y="3521550"/>
            <a:ext cx="7535575" cy="1913775"/>
            <a:chOff x="2328213" y="3521550"/>
            <a:chExt cx="7535575" cy="1913775"/>
          </a:xfrm>
        </p:grpSpPr>
        <p:pic>
          <p:nvPicPr>
            <p:cNvPr id="211" name="Google Shape;211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28213" y="3521550"/>
              <a:ext cx="7535575" cy="191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1"/>
            <p:cNvSpPr txBox="1"/>
            <p:nvPr/>
          </p:nvSpPr>
          <p:spPr>
            <a:xfrm>
              <a:off x="2665148" y="3770199"/>
              <a:ext cx="6859200" cy="15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1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Srdečně děkuji</a:t>
              </a:r>
              <a:endParaRPr sz="511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10" b="1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za pozornost</a:t>
              </a:r>
              <a:endParaRPr sz="511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259</Words>
  <Application>Microsoft Office PowerPoint</Application>
  <PresentationFormat>Širokoúhlá obrazovka</PresentationFormat>
  <Paragraphs>81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Urbanist SemiBold</vt:lpstr>
      <vt:lpstr>Urbanist</vt:lpstr>
      <vt:lpstr>Arial</vt:lpstr>
      <vt:lpstr>Calibri</vt:lpstr>
      <vt:lpstr>Urbanist ExtraBold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Marek Zalubil</cp:lastModifiedBy>
  <cp:revision>2</cp:revision>
  <dcterms:modified xsi:type="dcterms:W3CDTF">2026-05-18T22:17:14Z</dcterms:modified>
</cp:coreProperties>
</file>